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3004800" cy="18288000"/>
  <p:notesSz cx="6858000" cy="9144000"/>
  <p:embeddedFontLst>
    <p:embeddedFont>
      <p:font typeface="Berkshire Swash" charset="1" panose="02000505000000020003"/>
      <p:regular r:id="rId7"/>
    </p:embeddedFont>
    <p:embeddedFont>
      <p:font typeface="Bree Serif" charset="1" panose="020005030400000200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2075" y="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888" t="0" r="-38888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505575" y="0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1362075" y="0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59058" y="0"/>
            <a:ext cx="3693033" cy="4030596"/>
          </a:xfrm>
          <a:custGeom>
            <a:avLst/>
            <a:gdLst/>
            <a:ahLst/>
            <a:cxnLst/>
            <a:rect r="r" b="b" t="t" l="l"/>
            <a:pathLst>
              <a:path h="4030596" w="3693033">
                <a:moveTo>
                  <a:pt x="0" y="0"/>
                </a:moveTo>
                <a:lnTo>
                  <a:pt x="3693034" y="0"/>
                </a:lnTo>
                <a:lnTo>
                  <a:pt x="3693034" y="4030596"/>
                </a:lnTo>
                <a:lnTo>
                  <a:pt x="0" y="4030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075" y="14252037"/>
            <a:ext cx="3916998" cy="3916998"/>
          </a:xfrm>
          <a:custGeom>
            <a:avLst/>
            <a:gdLst/>
            <a:ahLst/>
            <a:cxnLst/>
            <a:rect r="r" b="b" t="t" l="l"/>
            <a:pathLst>
              <a:path h="3916998" w="3916998">
                <a:moveTo>
                  <a:pt x="0" y="0"/>
                </a:moveTo>
                <a:lnTo>
                  <a:pt x="3916998" y="0"/>
                </a:lnTo>
                <a:lnTo>
                  <a:pt x="3916998" y="3916998"/>
                </a:lnTo>
                <a:lnTo>
                  <a:pt x="0" y="3916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59" t="0" r="-4148" b="-640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95987" y="15795502"/>
            <a:ext cx="2209588" cy="2209588"/>
          </a:xfrm>
          <a:custGeom>
            <a:avLst/>
            <a:gdLst/>
            <a:ahLst/>
            <a:cxnLst/>
            <a:rect r="r" b="b" t="t" l="l"/>
            <a:pathLst>
              <a:path h="2209588" w="2209588">
                <a:moveTo>
                  <a:pt x="0" y="0"/>
                </a:moveTo>
                <a:lnTo>
                  <a:pt x="2209588" y="0"/>
                </a:lnTo>
                <a:lnTo>
                  <a:pt x="2209588" y="2209589"/>
                </a:lnTo>
                <a:lnTo>
                  <a:pt x="0" y="22095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169" t="0" r="0" b="-216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32077" y="14252037"/>
            <a:ext cx="3916998" cy="3916998"/>
          </a:xfrm>
          <a:custGeom>
            <a:avLst/>
            <a:gdLst/>
            <a:ahLst/>
            <a:cxnLst/>
            <a:rect r="r" b="b" t="t" l="l"/>
            <a:pathLst>
              <a:path h="3916998" w="3916998">
                <a:moveTo>
                  <a:pt x="0" y="0"/>
                </a:moveTo>
                <a:lnTo>
                  <a:pt x="3916998" y="0"/>
                </a:lnTo>
                <a:lnTo>
                  <a:pt x="3916998" y="3916998"/>
                </a:lnTo>
                <a:lnTo>
                  <a:pt x="0" y="3916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59" t="0" r="-4148" b="-640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05575" y="15795502"/>
            <a:ext cx="2209588" cy="2209588"/>
          </a:xfrm>
          <a:custGeom>
            <a:avLst/>
            <a:gdLst/>
            <a:ahLst/>
            <a:cxnLst/>
            <a:rect r="r" b="b" t="t" l="l"/>
            <a:pathLst>
              <a:path h="2209588" w="2209588">
                <a:moveTo>
                  <a:pt x="0" y="0"/>
                </a:moveTo>
                <a:lnTo>
                  <a:pt x="2209588" y="0"/>
                </a:lnTo>
                <a:lnTo>
                  <a:pt x="2209588" y="2209589"/>
                </a:lnTo>
                <a:lnTo>
                  <a:pt x="0" y="22095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169" t="0" r="0" b="-2169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390775" y="5143500"/>
            <a:ext cx="8229600" cy="6615841"/>
            <a:chOff x="0" y="0"/>
            <a:chExt cx="10972800" cy="88211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81281" y="0"/>
              <a:ext cx="7810237" cy="5552591"/>
            </a:xfrm>
            <a:custGeom>
              <a:avLst/>
              <a:gdLst/>
              <a:ahLst/>
              <a:cxnLst/>
              <a:rect r="r" b="b" t="t" l="l"/>
              <a:pathLst>
                <a:path h="5552591" w="7810237">
                  <a:moveTo>
                    <a:pt x="0" y="0"/>
                  </a:moveTo>
                  <a:lnTo>
                    <a:pt x="7810238" y="0"/>
                  </a:lnTo>
                  <a:lnTo>
                    <a:pt x="7810238" y="5552591"/>
                  </a:lnTo>
                  <a:lnTo>
                    <a:pt x="0" y="5552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596504" y="4809635"/>
              <a:ext cx="9779792" cy="2278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456"/>
                </a:lnSpc>
              </a:pPr>
              <a:r>
                <a:rPr lang="en-US" sz="10326">
                  <a:solidFill>
                    <a:srgbClr val="10245D"/>
                  </a:solidFill>
                  <a:latin typeface="Berkshire Swash"/>
                  <a:ea typeface="Berkshire Swash"/>
                  <a:cs typeface="Berkshire Swash"/>
                  <a:sym typeface="Berkshire Swash"/>
                </a:rPr>
                <a:t>Halalbihalal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443172"/>
              <a:ext cx="10972800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D6C6A7"/>
                  </a:solidFill>
                  <a:latin typeface="Bree Serif"/>
                  <a:ea typeface="Bree Serif"/>
                  <a:cs typeface="Bree Serif"/>
                  <a:sym typeface="Bree Serif"/>
                </a:rPr>
                <a:t>Atas Rahmat Allah Yang Maha Esa, Kami Mengundang Bapak/Ibu Sarimbit :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18443" y="12873766"/>
            <a:ext cx="3574264" cy="1081739"/>
            <a:chOff x="0" y="0"/>
            <a:chExt cx="941370" cy="2849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1370" cy="284902"/>
            </a:xfrm>
            <a:custGeom>
              <a:avLst/>
              <a:gdLst/>
              <a:ahLst/>
              <a:cxnLst/>
              <a:rect r="r" b="b" t="t" l="l"/>
              <a:pathLst>
                <a:path h="284902" w="941370">
                  <a:moveTo>
                    <a:pt x="67147" y="0"/>
                  </a:moveTo>
                  <a:lnTo>
                    <a:pt x="874223" y="0"/>
                  </a:lnTo>
                  <a:cubicBezTo>
                    <a:pt x="892032" y="0"/>
                    <a:pt x="909111" y="7074"/>
                    <a:pt x="921703" y="19667"/>
                  </a:cubicBezTo>
                  <a:cubicBezTo>
                    <a:pt x="934296" y="32259"/>
                    <a:pt x="941370" y="49338"/>
                    <a:pt x="941370" y="67147"/>
                  </a:cubicBezTo>
                  <a:lnTo>
                    <a:pt x="941370" y="217756"/>
                  </a:lnTo>
                  <a:cubicBezTo>
                    <a:pt x="941370" y="235564"/>
                    <a:pt x="934296" y="252643"/>
                    <a:pt x="921703" y="265236"/>
                  </a:cubicBezTo>
                  <a:cubicBezTo>
                    <a:pt x="909111" y="277828"/>
                    <a:pt x="892032" y="284902"/>
                    <a:pt x="874223" y="284902"/>
                  </a:cubicBezTo>
                  <a:lnTo>
                    <a:pt x="67147" y="284902"/>
                  </a:lnTo>
                  <a:cubicBezTo>
                    <a:pt x="30063" y="284902"/>
                    <a:pt x="0" y="254840"/>
                    <a:pt x="0" y="217756"/>
                  </a:cubicBezTo>
                  <a:lnTo>
                    <a:pt x="0" y="67147"/>
                  </a:lnTo>
                  <a:cubicBezTo>
                    <a:pt x="0" y="49338"/>
                    <a:pt x="7074" y="32259"/>
                    <a:pt x="19667" y="19667"/>
                  </a:cubicBezTo>
                  <a:cubicBezTo>
                    <a:pt x="32259" y="7074"/>
                    <a:pt x="49338" y="0"/>
                    <a:pt x="67147" y="0"/>
                  </a:cubicBezTo>
                  <a:close/>
                </a:path>
              </a:pathLst>
            </a:custGeom>
            <a:solidFill>
              <a:srgbClr val="D6C6A7"/>
            </a:solidFill>
            <a:ln w="38100" cap="rnd">
              <a:solidFill>
                <a:srgbClr val="C3B181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41370" cy="342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10245D"/>
                  </a:solidFill>
                  <a:latin typeface="Bree Serif"/>
                  <a:ea typeface="Bree Serif"/>
                  <a:cs typeface="Bree Serif"/>
                  <a:sym typeface="Bree Serif"/>
                </a:rPr>
                <a:t>Buka Undangan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DAHDdS-KDrY</dc:identifier>
  <dcterms:modified xsi:type="dcterms:W3CDTF">2011-08-01T06:04:30Z</dcterms:modified>
  <cp:revision>1</cp:revision>
  <dc:title>Home</dc:title>
</cp:coreProperties>
</file>